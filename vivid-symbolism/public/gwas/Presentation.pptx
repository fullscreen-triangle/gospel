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56" r:id="rId2"/>
    <p:sldId id="900" r:id="rId3"/>
    <p:sldId id="901" r:id="rId4"/>
    <p:sldId id="90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EA6F0-A446-45B6-85B5-C1D76040099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AD2F6-4B9B-43C3-A982-3A1A4A4E5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9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243 accessions screened so far (still in progress, 20 accessions left)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F6B7D-39AF-4E07-B233-7B829D822D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21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62AF-0FE1-011F-9B8A-DEAFFC49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FA39E-0C6C-A1C5-EBF2-49D32FAEF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33EDF-47F4-6A63-3E71-1A838BF6A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243 accessions screened so far (still in progress, 20 accessions left)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A714E-E03D-681F-53F7-CA6424D5A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F6B7D-39AF-4E07-B233-7B829D822D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49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B773-EA0A-6550-25C4-A070423F7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67BEB-3D4A-85BE-FBB7-31589870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6F216-ADD6-DD03-EC7F-47735E12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14B2-20F7-8545-E497-80C6A1D8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AE10C-C5B6-0B4E-DE8D-7A2C08EA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8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5CE2-6D20-0EA7-468D-CBD18920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EE23E-273F-A618-72F4-426F42EB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B510C-BA36-0BEB-7B82-90E230A5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2DB16-CEE1-19D3-B27C-CCF04AA8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AA35C-9610-B5A3-3AA2-0445F6F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97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B1FA-31A6-042E-0CF7-B9EE28B1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1C669-A68F-B7D0-B49F-FC6877B12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88089-2239-8B60-05F2-32B7EE8D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71C89-03AC-F716-C7F0-D78B29F3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19E83-B023-FD45-8539-0B75AE51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7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EA9F-097A-517A-2BD7-0F7D0843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5518E-FBCA-B718-4A00-CF52A00F6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70868-5936-5119-CD75-B4DE54C2F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35B94-C076-AAE3-69B6-064007655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F7C2E-23BD-E1A5-1644-467061551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9599F-A853-A796-A2C1-6B1C281D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8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D025-C651-1936-F470-4EBC47F4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2CBB0-45D4-C8D0-FDC2-BB4C4BFB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525B1-093B-68D7-84FC-0B6A1A834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656EE-98BD-BD00-A361-9DE09799E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79BDC4-F51F-3341-0852-CD0AD4CF5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02974-00B8-125C-4DB0-52E0B3BD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684F8-1C6A-0CF0-9A32-36312C9D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9556B-E809-A1DF-665D-BB674007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5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793E-1451-0C97-9426-BD540007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23138-A977-26F5-39CF-8069ABD6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4468FC-AFB6-B51F-825F-4ED016CD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3F9F-F0DF-ED22-4E54-ABEB3D1D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6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D16E0-B794-41D2-7139-0DF10848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71C90-DEAA-5050-C947-6B20DA5E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76AF3-30E0-21A2-8C8B-3B08C0EB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8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E4DC-5FD2-4D84-C1FA-D49D538C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B62D-0E1C-93B8-754E-40CD2D15D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C6994-6A31-B6B3-C1A4-405A5B942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00C41-4308-C95E-1DAB-F28E9271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E3FAB-4FD6-BCC1-33DC-0B150CCC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D3914-7140-E549-AB3E-E6D01B67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3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E7B7-9220-6ACA-DFE5-689A4C65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5AEA9-55B0-579D-F81A-D4E4C1EC7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16B18-874F-67C0-DF8A-0F04DF7E1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D118C-E515-EFF9-E6C0-757AB241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8AEB-CF9B-2E52-8C0A-780324B9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69134-F3AC-8ED8-8B6B-892DE226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4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6078-7F35-95A9-60FE-3FC728E4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24C03-76B4-8EC0-2826-B8C1107A3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D9817-3A51-D469-5D98-B563AAC4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40C45-812E-0F93-EC46-06A96AA5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1E52A-28AC-DC60-412D-5A745A35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40AD9-4AA3-2AF7-F36E-5C67B88C3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6B3-7C66-AD51-1D18-4FB083BE9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34648-951F-9878-A7D4-C0E664ACF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FADD-B150-A656-5330-8402879A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B9FBB-68B0-9A7F-3A51-1E3DEE95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5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68A13-2E5D-D09A-3D08-1FE11DB4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08F45-1ED8-F6B0-CF2A-36DE68384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CD9E3-61B2-C0FF-A3F4-0ADD735CD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4C31C-F40B-4821-967A-9D5B6F1CE1D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799D-0956-9F0D-E96D-560013B46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1A51F-7319-5420-AB81-CE04679D3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BE203-F304-4D17-8C13-E743B2F3D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1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C508-EE04-D54D-4278-FA02B53E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Natural variation in Arabidopsis reveals host genetic loci underlying WCS417-mediated drought rescue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DEEB-FFF8-E2CC-E359-4A5A2D3F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59FC-F340-499A-865C-69B81E0A81D4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 descr="A graph of a seed line&#10;&#10;AI-generated content may be incorrect.">
            <a:extLst>
              <a:ext uri="{FF2B5EF4-FFF2-40B4-BE49-F238E27FC236}">
                <a16:creationId xmlns:a16="http://schemas.microsoft.com/office/drawing/2014/main" id="{2434B16F-98A1-75FF-7BB4-734673E327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13"/>
          <a:stretch>
            <a:fillRect/>
          </a:stretch>
        </p:blipFill>
        <p:spPr bwMode="auto">
          <a:xfrm>
            <a:off x="1990372" y="2584649"/>
            <a:ext cx="8211256" cy="35792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9723AB-6FB5-BA49-BDC5-E5CAE59DCFA8}"/>
              </a:ext>
            </a:extLst>
          </p:cNvPr>
          <p:cNvSpPr txBox="1"/>
          <p:nvPr/>
        </p:nvSpPr>
        <p:spPr>
          <a:xfrm>
            <a:off x="838199" y="1908757"/>
            <a:ext cx="7411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243 accessions screened so far (still in progress…)</a:t>
            </a:r>
          </a:p>
        </p:txBody>
      </p:sp>
    </p:spTree>
    <p:extLst>
      <p:ext uri="{BB962C8B-B14F-4D97-AF65-F5344CB8AC3E}">
        <p14:creationId xmlns:p14="http://schemas.microsoft.com/office/powerpoint/2010/main" val="3791345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B7608-591D-F40E-DD91-9CD8A0E6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7B27-6F63-D925-0EBA-24786F93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Natural variation in Arabidopsis reveals host genetic loci underlying WCS417-mediated drought rescue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E5625-A868-3BC6-2ECC-7D4BB599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59FC-F340-499A-865C-69B81E0A81D4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54475-266D-35CD-7A73-50299A1B423E}"/>
              </a:ext>
            </a:extLst>
          </p:cNvPr>
          <p:cNvSpPr txBox="1"/>
          <p:nvPr/>
        </p:nvSpPr>
        <p:spPr>
          <a:xfrm>
            <a:off x="838199" y="1908757"/>
            <a:ext cx="7411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243 accessions screened so far (still in progress…)</a:t>
            </a:r>
          </a:p>
        </p:txBody>
      </p:sp>
      <p:pic>
        <p:nvPicPr>
          <p:cNvPr id="8" name="Picture 7" descr="A graph of a seed line&#10;&#10;AI-generated content may be incorrect.">
            <a:extLst>
              <a:ext uri="{FF2B5EF4-FFF2-40B4-BE49-F238E27FC236}">
                <a16:creationId xmlns:a16="http://schemas.microsoft.com/office/drawing/2014/main" id="{0541842B-8E4D-DD26-A753-F7B96E5B4A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69"/>
          <a:stretch>
            <a:fillRect/>
          </a:stretch>
        </p:blipFill>
        <p:spPr bwMode="auto">
          <a:xfrm>
            <a:off x="2018754" y="2674374"/>
            <a:ext cx="7801049" cy="33896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6281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3422-90E7-CD7D-D0DD-FF767BB8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8BE3-7DCD-4FDD-8E10-A5DBCCCF9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Natural variation in Arabidopsis reveals host genetic loci underlying WCS417-mediated drought rescue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79443-43A6-3683-F436-E91688A5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59FC-F340-499A-865C-69B81E0A81D4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 descr="A group of graphs showing different types of growth&#10;&#10;AI-generated content may be incorrect.">
            <a:extLst>
              <a:ext uri="{FF2B5EF4-FFF2-40B4-BE49-F238E27FC236}">
                <a16:creationId xmlns:a16="http://schemas.microsoft.com/office/drawing/2014/main" id="{42B44FBC-C6A4-9EC8-7A21-8E141853A5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603" y="1913810"/>
            <a:ext cx="8658793" cy="480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4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20FD-5E7E-A35C-C17C-4D157F88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0B64-AD80-D3F3-D68F-6C81677D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Natural variation in Arabidopsis reveals host genetic loci underlying WCS417-mediated drought rescue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20D7B-6180-1850-CAFA-BD5B36E2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59FC-F340-499A-865C-69B81E0A81D4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FB91C3-079A-E038-0714-06E10F6FC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407" y="1779953"/>
            <a:ext cx="8629185" cy="475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6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Natural variation in Arabidopsis reveals host genetic loci underlying WCS417-mediated drought rescue</vt:lpstr>
      <vt:lpstr>Natural variation in Arabidopsis reveals host genetic loci underlying WCS417-mediated drought rescue</vt:lpstr>
      <vt:lpstr>Natural variation in Arabidopsis reveals host genetic loci underlying WCS417-mediated drought rescue</vt:lpstr>
      <vt:lpstr>Natural variation in Arabidopsis reveals host genetic loci underlying WCS417-mediated drought rescue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</dc:creator>
  <cp:lastModifiedBy>Aziz</cp:lastModifiedBy>
  <cp:revision>1</cp:revision>
  <dcterms:created xsi:type="dcterms:W3CDTF">2026-09-28T21:42:35Z</dcterms:created>
  <dcterms:modified xsi:type="dcterms:W3CDTF">2026-09-28T21:42:56Z</dcterms:modified>
</cp:coreProperties>
</file>